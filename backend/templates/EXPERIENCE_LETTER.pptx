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</p:sldIdLst>
  <p:sldSz cx="7556500" cy="10693400"/>
  <p:notesSz cx="6858000" cy="9144000"/>
  <p:embeddedFontLst>
    <p:embeddedFont>
      <p:font typeface="Poppins" panose="00000500000000000000" pitchFamily="2" charset="0"/>
      <p:regular r:id="rId3"/>
      <p:bold r:id="rId4"/>
    </p:embeddedFont>
    <p:embeddedFont>
      <p:font typeface="Poppins Bold" panose="00000800000000000000" pitchFamily="2" charset="0"/>
      <p:regular r:id="rId5"/>
    </p:embeddedFont>
    <p:embeddedFont>
      <p:font typeface="Poppins Medium Bold" panose="020B0604020202020204" charset="0"/>
      <p:regular r:id="rId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30" d="100"/>
          <a:sy n="30" d="100"/>
        </p:scale>
        <p:origin x="2102" y="-21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font" Target="fonts/font1.fntdata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4.fntdata"/><Relationship Id="rId5" Type="http://schemas.openxmlformats.org/officeDocument/2006/relationships/font" Target="fonts/font3.fntdata"/><Relationship Id="rId10" Type="http://schemas.openxmlformats.org/officeDocument/2006/relationships/tableStyles" Target="tableStyles.xml"/><Relationship Id="rId4" Type="http://schemas.openxmlformats.org/officeDocument/2006/relationships/font" Target="fonts/font2.fntdata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5/30/2026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5/30/2026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5/30/2026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5/30/2026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linkedin.com/company/concept-simplified/" TargetMode="External"/><Relationship Id="rId3" Type="http://schemas.openxmlformats.org/officeDocument/2006/relationships/image" Target="../media/image2.svg"/><Relationship Id="rId7" Type="http://schemas.openxmlformats.org/officeDocument/2006/relationships/image" Target="../media/image4.png"/><Relationship Id="rId12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hyperlink" Target="https://youtube.com/@CONCEPTSIMPLIFIED" TargetMode="External"/><Relationship Id="rId11" Type="http://schemas.openxmlformats.org/officeDocument/2006/relationships/image" Target="../media/image6.jpeg"/><Relationship Id="rId5" Type="http://schemas.openxmlformats.org/officeDocument/2006/relationships/image" Target="../media/image3.jpeg"/><Relationship Id="rId10" Type="http://schemas.openxmlformats.org/officeDocument/2006/relationships/hyperlink" Target="https://www.collegesimplified.in" TargetMode="External"/><Relationship Id="rId4" Type="http://schemas.openxmlformats.org/officeDocument/2006/relationships/hyperlink" Target="https://www.instagram.com/college_simplified/" TargetMode="External"/><Relationship Id="rId9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-10800000">
            <a:off x="5996723" y="-1521403"/>
            <a:ext cx="2482687" cy="2172352"/>
            <a:chOff x="0" y="0"/>
            <a:chExt cx="812800" cy="7112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711200"/>
            </a:xfrm>
            <a:custGeom>
              <a:avLst/>
              <a:gdLst/>
              <a:ahLst/>
              <a:cxnLst/>
              <a:rect l="l" t="t" r="r" b="b"/>
              <a:pathLst>
                <a:path w="812800" h="711200">
                  <a:moveTo>
                    <a:pt x="406400" y="0"/>
                  </a:moveTo>
                  <a:lnTo>
                    <a:pt x="812800" y="711200"/>
                  </a:lnTo>
                  <a:lnTo>
                    <a:pt x="0" y="7112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FF0000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127000" y="301625"/>
              <a:ext cx="558800" cy="3587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60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-873698" y="9973006"/>
            <a:ext cx="2476910" cy="2167296"/>
            <a:chOff x="0" y="0"/>
            <a:chExt cx="812800" cy="7112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711200"/>
            </a:xfrm>
            <a:custGeom>
              <a:avLst/>
              <a:gdLst/>
              <a:ahLst/>
              <a:cxnLst/>
              <a:rect l="l" t="t" r="r" b="b"/>
              <a:pathLst>
                <a:path w="812800" h="711200">
                  <a:moveTo>
                    <a:pt x="406400" y="0"/>
                  </a:moveTo>
                  <a:lnTo>
                    <a:pt x="812800" y="711200"/>
                  </a:lnTo>
                  <a:lnTo>
                    <a:pt x="0" y="7112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FF0000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127000" y="301625"/>
              <a:ext cx="558800" cy="3587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60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7138540" y="-1661152"/>
            <a:ext cx="2427920" cy="2124430"/>
            <a:chOff x="0" y="0"/>
            <a:chExt cx="812800" cy="7112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711200"/>
            </a:xfrm>
            <a:custGeom>
              <a:avLst/>
              <a:gdLst/>
              <a:ahLst/>
              <a:cxnLst/>
              <a:rect l="l" t="t" r="r" b="b"/>
              <a:pathLst>
                <a:path w="812800" h="711200">
                  <a:moveTo>
                    <a:pt x="406400" y="0"/>
                  </a:moveTo>
                  <a:lnTo>
                    <a:pt x="812800" y="711200"/>
                  </a:lnTo>
                  <a:lnTo>
                    <a:pt x="0" y="7112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BC1823"/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127000" y="301625"/>
              <a:ext cx="558800" cy="3587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60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 rot="-10800000">
            <a:off x="-2112153" y="9973006"/>
            <a:ext cx="2476910" cy="2167296"/>
            <a:chOff x="0" y="0"/>
            <a:chExt cx="812800" cy="7112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711200"/>
            </a:xfrm>
            <a:custGeom>
              <a:avLst/>
              <a:gdLst/>
              <a:ahLst/>
              <a:cxnLst/>
              <a:rect l="l" t="t" r="r" b="b"/>
              <a:pathLst>
                <a:path w="812800" h="711200">
                  <a:moveTo>
                    <a:pt x="406400" y="0"/>
                  </a:moveTo>
                  <a:lnTo>
                    <a:pt x="812800" y="711200"/>
                  </a:lnTo>
                  <a:lnTo>
                    <a:pt x="0" y="7112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BC1823"/>
            </a:solidFill>
          </p:spPr>
        </p:sp>
        <p:sp>
          <p:nvSpPr>
            <p:cNvPr id="13" name="TextBox 13"/>
            <p:cNvSpPr txBox="1"/>
            <p:nvPr/>
          </p:nvSpPr>
          <p:spPr>
            <a:xfrm>
              <a:off x="127000" y="301625"/>
              <a:ext cx="558800" cy="3587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60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4" name="Group 14"/>
          <p:cNvGrpSpPr/>
          <p:nvPr/>
        </p:nvGrpSpPr>
        <p:grpSpPr>
          <a:xfrm rot="-10800000">
            <a:off x="7097260" y="416101"/>
            <a:ext cx="2376175" cy="2171374"/>
            <a:chOff x="0" y="0"/>
            <a:chExt cx="812800" cy="742745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742745"/>
            </a:xfrm>
            <a:custGeom>
              <a:avLst/>
              <a:gdLst/>
              <a:ahLst/>
              <a:cxnLst/>
              <a:rect l="l" t="t" r="r" b="b"/>
              <a:pathLst>
                <a:path w="812800" h="742745">
                  <a:moveTo>
                    <a:pt x="406400" y="0"/>
                  </a:moveTo>
                  <a:lnTo>
                    <a:pt x="812800" y="742745"/>
                  </a:lnTo>
                  <a:lnTo>
                    <a:pt x="0" y="742745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EF3A5D"/>
            </a:solidFill>
          </p:spPr>
        </p:sp>
        <p:sp>
          <p:nvSpPr>
            <p:cNvPr id="16" name="TextBox 16"/>
            <p:cNvSpPr txBox="1"/>
            <p:nvPr/>
          </p:nvSpPr>
          <p:spPr>
            <a:xfrm>
              <a:off x="127000" y="316271"/>
              <a:ext cx="558800" cy="37342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60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-1831875" y="8073068"/>
            <a:ext cx="2229106" cy="1950467"/>
            <a:chOff x="0" y="0"/>
            <a:chExt cx="812800" cy="711200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12800" cy="711200"/>
            </a:xfrm>
            <a:custGeom>
              <a:avLst/>
              <a:gdLst/>
              <a:ahLst/>
              <a:cxnLst/>
              <a:rect l="l" t="t" r="r" b="b"/>
              <a:pathLst>
                <a:path w="812800" h="711200">
                  <a:moveTo>
                    <a:pt x="406400" y="0"/>
                  </a:moveTo>
                  <a:lnTo>
                    <a:pt x="812800" y="711200"/>
                  </a:lnTo>
                  <a:lnTo>
                    <a:pt x="0" y="7112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EF3A5D"/>
            </a:solidFill>
          </p:spPr>
        </p:sp>
        <p:sp>
          <p:nvSpPr>
            <p:cNvPr id="19" name="TextBox 19"/>
            <p:cNvSpPr txBox="1"/>
            <p:nvPr/>
          </p:nvSpPr>
          <p:spPr>
            <a:xfrm>
              <a:off x="127000" y="301625"/>
              <a:ext cx="558800" cy="3587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60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20" name="Freeform 20"/>
          <p:cNvSpPr/>
          <p:nvPr/>
        </p:nvSpPr>
        <p:spPr>
          <a:xfrm>
            <a:off x="756000" y="409472"/>
            <a:ext cx="1174660" cy="1171941"/>
          </a:xfrm>
          <a:custGeom>
            <a:avLst/>
            <a:gdLst/>
            <a:ahLst/>
            <a:cxnLst/>
            <a:rect l="l" t="t" r="r" b="b"/>
            <a:pathLst>
              <a:path w="1174660" h="1171941">
                <a:moveTo>
                  <a:pt x="0" y="0"/>
                </a:moveTo>
                <a:lnTo>
                  <a:pt x="1174660" y="0"/>
                </a:lnTo>
                <a:lnTo>
                  <a:pt x="1174660" y="1171941"/>
                </a:lnTo>
                <a:lnTo>
                  <a:pt x="0" y="117194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116" b="-116"/>
            </a:stretch>
          </a:blipFill>
        </p:spPr>
      </p:sp>
      <p:sp>
        <p:nvSpPr>
          <p:cNvPr id="21" name="TextBox 21"/>
          <p:cNvSpPr txBox="1"/>
          <p:nvPr/>
        </p:nvSpPr>
        <p:spPr>
          <a:xfrm>
            <a:off x="1439376" y="414797"/>
            <a:ext cx="5076651" cy="11666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370"/>
              </a:lnSpc>
            </a:pPr>
            <a:r>
              <a:rPr lang="en-US" sz="4505" b="1" spc="225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CONCEPT </a:t>
            </a:r>
          </a:p>
          <a:p>
            <a:pPr marL="0" lvl="0" indent="0" algn="ctr">
              <a:lnSpc>
                <a:spcPts val="4370"/>
              </a:lnSpc>
            </a:pPr>
            <a:r>
              <a:rPr lang="en-US" sz="4505" b="1" spc="225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SIMPLIFIED</a:t>
            </a:r>
          </a:p>
        </p:txBody>
      </p:sp>
      <p:sp>
        <p:nvSpPr>
          <p:cNvPr id="22" name="Freeform 22"/>
          <p:cNvSpPr/>
          <p:nvPr/>
        </p:nvSpPr>
        <p:spPr>
          <a:xfrm>
            <a:off x="1526207" y="10255846"/>
            <a:ext cx="233824" cy="233824"/>
          </a:xfrm>
          <a:custGeom>
            <a:avLst/>
            <a:gdLst/>
            <a:ahLst/>
            <a:cxnLst/>
            <a:rect l="l" t="t" r="r" b="b"/>
            <a:pathLst>
              <a:path w="233824" h="233824">
                <a:moveTo>
                  <a:pt x="0" y="0"/>
                </a:moveTo>
                <a:lnTo>
                  <a:pt x="233824" y="0"/>
                </a:lnTo>
                <a:lnTo>
                  <a:pt x="233824" y="233824"/>
                </a:lnTo>
                <a:lnTo>
                  <a:pt x="0" y="23382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23" name="Freeform 23">
            <a:hlinkClick r:id="rId4" tooltip="https://www.instagram.com/college_simplified/"/>
          </p:cNvPr>
          <p:cNvSpPr/>
          <p:nvPr/>
        </p:nvSpPr>
        <p:spPr>
          <a:xfrm>
            <a:off x="5854790" y="10236127"/>
            <a:ext cx="283867" cy="285821"/>
          </a:xfrm>
          <a:custGeom>
            <a:avLst/>
            <a:gdLst/>
            <a:ahLst/>
            <a:cxnLst/>
            <a:rect l="l" t="t" r="r" b="b"/>
            <a:pathLst>
              <a:path w="283867" h="285821">
                <a:moveTo>
                  <a:pt x="0" y="0"/>
                </a:moveTo>
                <a:lnTo>
                  <a:pt x="283867" y="0"/>
                </a:lnTo>
                <a:lnTo>
                  <a:pt x="283867" y="285821"/>
                </a:lnTo>
                <a:lnTo>
                  <a:pt x="0" y="28582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31041" r="-30515"/>
            </a:stretch>
          </a:blipFill>
        </p:spPr>
      </p:sp>
      <p:sp>
        <p:nvSpPr>
          <p:cNvPr id="24" name="Freeform 24">
            <a:hlinkClick r:id="rId6" tooltip="https://youtube.com/@CONCEPTSIMPLIFIED"/>
          </p:cNvPr>
          <p:cNvSpPr/>
          <p:nvPr/>
        </p:nvSpPr>
        <p:spPr>
          <a:xfrm>
            <a:off x="6204168" y="10268404"/>
            <a:ext cx="351611" cy="221266"/>
          </a:xfrm>
          <a:custGeom>
            <a:avLst/>
            <a:gdLst/>
            <a:ahLst/>
            <a:cxnLst/>
            <a:rect l="l" t="t" r="r" b="b"/>
            <a:pathLst>
              <a:path w="351611" h="221266">
                <a:moveTo>
                  <a:pt x="0" y="0"/>
                </a:moveTo>
                <a:lnTo>
                  <a:pt x="351611" y="0"/>
                </a:lnTo>
                <a:lnTo>
                  <a:pt x="351611" y="221266"/>
                </a:lnTo>
                <a:lnTo>
                  <a:pt x="0" y="221266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t="-5736" b="-5736"/>
            </a:stretch>
          </a:blipFill>
        </p:spPr>
      </p:sp>
      <p:sp>
        <p:nvSpPr>
          <p:cNvPr id="25" name="Freeform 25">
            <a:hlinkClick r:id="rId8" tooltip="https://www.linkedin.com/company/concept-simplified/"/>
          </p:cNvPr>
          <p:cNvSpPr/>
          <p:nvPr/>
        </p:nvSpPr>
        <p:spPr>
          <a:xfrm>
            <a:off x="6635746" y="10237525"/>
            <a:ext cx="284423" cy="284423"/>
          </a:xfrm>
          <a:custGeom>
            <a:avLst/>
            <a:gdLst/>
            <a:ahLst/>
            <a:cxnLst/>
            <a:rect l="l" t="t" r="r" b="b"/>
            <a:pathLst>
              <a:path w="284423" h="284423">
                <a:moveTo>
                  <a:pt x="0" y="0"/>
                </a:moveTo>
                <a:lnTo>
                  <a:pt x="284422" y="0"/>
                </a:lnTo>
                <a:lnTo>
                  <a:pt x="284422" y="284423"/>
                </a:lnTo>
                <a:lnTo>
                  <a:pt x="0" y="284423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</p:sp>
      <p:sp>
        <p:nvSpPr>
          <p:cNvPr id="26" name="Freeform 26">
            <a:hlinkClick r:id="rId10" tooltip="https://www.collegesimplified.in"/>
          </p:cNvPr>
          <p:cNvSpPr/>
          <p:nvPr/>
        </p:nvSpPr>
        <p:spPr>
          <a:xfrm>
            <a:off x="3276557" y="10258811"/>
            <a:ext cx="263747" cy="263136"/>
          </a:xfrm>
          <a:custGeom>
            <a:avLst/>
            <a:gdLst/>
            <a:ahLst/>
            <a:cxnLst/>
            <a:rect l="l" t="t" r="r" b="b"/>
            <a:pathLst>
              <a:path w="263747" h="263136">
                <a:moveTo>
                  <a:pt x="0" y="0"/>
                </a:moveTo>
                <a:lnTo>
                  <a:pt x="263747" y="0"/>
                </a:lnTo>
                <a:lnTo>
                  <a:pt x="263747" y="263137"/>
                </a:lnTo>
                <a:lnTo>
                  <a:pt x="0" y="26313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116" b="-116"/>
            </a:stretch>
          </a:blipFill>
        </p:spPr>
      </p:sp>
      <p:sp>
        <p:nvSpPr>
          <p:cNvPr id="27" name="TextBox 27"/>
          <p:cNvSpPr txBox="1"/>
          <p:nvPr/>
        </p:nvSpPr>
        <p:spPr>
          <a:xfrm>
            <a:off x="1825123" y="10264215"/>
            <a:ext cx="1378270" cy="2012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655"/>
              </a:lnSpc>
              <a:spcBef>
                <a:spcPct val="0"/>
              </a:spcBef>
            </a:pPr>
            <a:r>
              <a:rPr lang="en-US" sz="1182" spc="23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+91 8591220422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3606979" y="10264215"/>
            <a:ext cx="1937228" cy="2080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654"/>
              </a:lnSpc>
              <a:spcBef>
                <a:spcPct val="0"/>
              </a:spcBef>
            </a:pPr>
            <a:r>
              <a:rPr lang="en-US" sz="1182" spc="23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  <a:hlinkClick r:id="rId10" tooltip="https://www.collegesimplified.in"/>
              </a:rPr>
              <a:t>www.collegesimplified.in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364757" y="2729856"/>
            <a:ext cx="2367840" cy="2227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lvl="0">
              <a:lnSpc>
                <a:spcPts val="1819"/>
              </a:lnSpc>
              <a:spcBef>
                <a:spcPct val="0"/>
              </a:spcBef>
            </a:pPr>
            <a:r>
              <a:rPr lang="en-US" sz="1399" b="1" u="none" strike="noStrike" dirty="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DATE: </a:t>
            </a:r>
            <a:r>
              <a:rPr lang="en-IN" sz="1400" dirty="0"/>
              <a:t>{{DATE}}</a:t>
            </a:r>
            <a:endParaRPr lang="en-US" sz="1399" b="1" u="none" strike="noStrike" dirty="0">
              <a:solidFill>
                <a:srgbClr val="000000"/>
              </a:solidFill>
              <a:latin typeface="Poppins Bold"/>
              <a:ea typeface="Poppins Bold"/>
              <a:cs typeface="Poppins Bold"/>
              <a:sym typeface="Poppins Bold"/>
            </a:endParaRPr>
          </a:p>
        </p:txBody>
      </p:sp>
      <p:sp>
        <p:nvSpPr>
          <p:cNvPr id="30" name="TextBox 30"/>
          <p:cNvSpPr txBox="1"/>
          <p:nvPr/>
        </p:nvSpPr>
        <p:spPr>
          <a:xfrm>
            <a:off x="5590510" y="2729856"/>
            <a:ext cx="1677774" cy="2227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lvl="0">
              <a:lnSpc>
                <a:spcPts val="1819"/>
              </a:lnSpc>
            </a:pPr>
            <a:r>
              <a:rPr lang="en-US" sz="1399" b="1" dirty="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ID : </a:t>
            </a:r>
            <a:r>
              <a:rPr lang="en-IN" sz="1400" dirty="0"/>
              <a:t>{{ID}}</a:t>
            </a:r>
            <a:endParaRPr lang="en-US" sz="1399" b="1" dirty="0">
              <a:solidFill>
                <a:srgbClr val="000000"/>
              </a:solidFill>
              <a:latin typeface="Poppins Bold"/>
              <a:ea typeface="Poppins Bold"/>
              <a:cs typeface="Poppins Bold"/>
              <a:sym typeface="Poppins Bold"/>
            </a:endParaRPr>
          </a:p>
        </p:txBody>
      </p:sp>
      <p:sp>
        <p:nvSpPr>
          <p:cNvPr id="31" name="TextBox 31"/>
          <p:cNvSpPr txBox="1"/>
          <p:nvPr/>
        </p:nvSpPr>
        <p:spPr>
          <a:xfrm>
            <a:off x="1858424" y="1839931"/>
            <a:ext cx="3839652" cy="42037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3496"/>
              </a:lnSpc>
              <a:spcBef>
                <a:spcPct val="0"/>
              </a:spcBef>
            </a:pPr>
            <a:r>
              <a:rPr lang="en-US" sz="2331" b="1" spc="139" dirty="0">
                <a:solidFill>
                  <a:srgbClr val="000000"/>
                </a:solidFill>
                <a:latin typeface="Poppins Medium Bold"/>
                <a:ea typeface="Poppins Medium Bold"/>
                <a:cs typeface="Poppins Medium Bold"/>
                <a:sym typeface="Poppins Medium Bold"/>
              </a:rPr>
              <a:t>EXPERIENCE LETTER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334540" y="3359563"/>
            <a:ext cx="6903527" cy="56568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679"/>
              </a:lnSpc>
              <a:spcBef>
                <a:spcPct val="0"/>
              </a:spcBef>
            </a:pPr>
            <a:r>
              <a:rPr lang="en-US" sz="1200" b="1" dirty="0">
                <a:solidFill>
                  <a:srgbClr val="000000"/>
                </a:solidFill>
                <a:latin typeface="Poppins Bold"/>
              </a:rPr>
              <a:t>Dear {{NAME}},</a:t>
            </a:r>
          </a:p>
          <a:p>
            <a:pPr>
              <a:lnSpc>
                <a:spcPts val="1679"/>
              </a:lnSpc>
              <a:spcBef>
                <a:spcPct val="0"/>
              </a:spcBef>
            </a:pPr>
            <a:endParaRPr lang="en-US" sz="1200" b="1" dirty="0">
              <a:solidFill>
                <a:srgbClr val="000000"/>
              </a:solidFill>
              <a:latin typeface="Poppins Bold"/>
            </a:endParaRPr>
          </a:p>
          <a:p>
            <a:pPr algn="just">
              <a:lnSpc>
                <a:spcPts val="1679"/>
              </a:lnSpc>
              <a:spcBef>
                <a:spcPct val="0"/>
              </a:spcBef>
            </a:pPr>
            <a:r>
              <a:rPr lang="en-US" sz="1200" dirty="0">
                <a:solidFill>
                  <a:srgbClr val="000000"/>
                </a:solidFill>
                <a:latin typeface="Poppins"/>
              </a:rPr>
              <a:t>This is to certify that {{NAME}} (Employee ID: {{ID}}) has worked with Concept Simplified as {{ROLE}} from {{JOIN_DATE}} to {{RELIEVE_DATE}}, a period of {{DURATION}}.</a:t>
            </a:r>
          </a:p>
          <a:p>
            <a:pPr algn="just">
              <a:lnSpc>
                <a:spcPts val="1679"/>
              </a:lnSpc>
              <a:spcBef>
                <a:spcPct val="0"/>
              </a:spcBef>
            </a:pPr>
            <a:endParaRPr lang="en-US" sz="1200" dirty="0">
              <a:solidFill>
                <a:srgbClr val="000000"/>
              </a:solidFill>
              <a:latin typeface="Poppins"/>
            </a:endParaRPr>
          </a:p>
          <a:p>
            <a:pPr algn="just">
              <a:lnSpc>
                <a:spcPts val="1679"/>
              </a:lnSpc>
              <a:spcBef>
                <a:spcPct val="0"/>
              </a:spcBef>
            </a:pPr>
            <a:r>
              <a:rPr lang="en-US" sz="1200" dirty="0">
                <a:solidFill>
                  <a:srgbClr val="000000"/>
                </a:solidFill>
                <a:latin typeface="Poppins"/>
              </a:rPr>
              <a:t>During their tenure, {{NAME}} demonstrated exceptional professionalism, dedication, and a strong work ethic. They consistently delivered high-quality results and made meaningful contributions to their role and to the broader team.</a:t>
            </a:r>
          </a:p>
          <a:p>
            <a:pPr algn="just">
              <a:lnSpc>
                <a:spcPts val="1679"/>
              </a:lnSpc>
              <a:spcBef>
                <a:spcPct val="0"/>
              </a:spcBef>
            </a:pPr>
            <a:endParaRPr lang="en-US" sz="1200" dirty="0">
              <a:solidFill>
                <a:srgbClr val="000000"/>
              </a:solidFill>
              <a:latin typeface="Poppins"/>
            </a:endParaRPr>
          </a:p>
          <a:p>
            <a:pPr algn="just">
              <a:lnSpc>
                <a:spcPts val="1679"/>
              </a:lnSpc>
              <a:spcBef>
                <a:spcPct val="0"/>
              </a:spcBef>
            </a:pPr>
            <a:r>
              <a:rPr lang="en-US" sz="1200" dirty="0">
                <a:solidFill>
                  <a:srgbClr val="000000"/>
                </a:solidFill>
                <a:latin typeface="Poppins"/>
              </a:rPr>
              <a:t>We found {{NAME}} to be sincere, responsible, and a collaborative team player who approached every task with enthusiasm and integrity.</a:t>
            </a:r>
          </a:p>
          <a:p>
            <a:pPr algn="just">
              <a:lnSpc>
                <a:spcPts val="1679"/>
              </a:lnSpc>
              <a:spcBef>
                <a:spcPct val="0"/>
              </a:spcBef>
            </a:pPr>
            <a:endParaRPr lang="en-US" sz="1200" dirty="0">
              <a:solidFill>
                <a:srgbClr val="000000"/>
              </a:solidFill>
              <a:latin typeface="Poppins"/>
            </a:endParaRPr>
          </a:p>
          <a:p>
            <a:pPr algn="just">
              <a:lnSpc>
                <a:spcPts val="1679"/>
              </a:lnSpc>
              <a:spcBef>
                <a:spcPct val="0"/>
              </a:spcBef>
            </a:pPr>
            <a:r>
              <a:rPr lang="en-US" sz="1200" dirty="0">
                <a:solidFill>
                  <a:srgbClr val="000000"/>
                </a:solidFill>
                <a:latin typeface="Poppins"/>
              </a:rPr>
              <a:t>We wish {{NAME}} all the very best in their future endeavours and have no hesitation in recommending them for any opportunities they pursue.</a:t>
            </a:r>
          </a:p>
          <a:p>
            <a:pPr>
              <a:lnSpc>
                <a:spcPts val="1679"/>
              </a:lnSpc>
              <a:spcBef>
                <a:spcPct val="0"/>
              </a:spcBef>
            </a:pPr>
            <a:endParaRPr lang="en-US" sz="1200" dirty="0">
              <a:solidFill>
                <a:srgbClr val="000000"/>
              </a:solidFill>
              <a:latin typeface="Poppins"/>
            </a:endParaRPr>
          </a:p>
          <a:p>
            <a:pPr>
              <a:lnSpc>
                <a:spcPts val="1679"/>
              </a:lnSpc>
              <a:spcBef>
                <a:spcPct val="0"/>
              </a:spcBef>
            </a:pPr>
            <a:endParaRPr lang="en-US" sz="1200" dirty="0">
              <a:solidFill>
                <a:srgbClr val="000000"/>
              </a:solidFill>
              <a:latin typeface="Poppins"/>
            </a:endParaRPr>
          </a:p>
          <a:p>
            <a:pPr>
              <a:lnSpc>
                <a:spcPts val="1679"/>
              </a:lnSpc>
              <a:spcBef>
                <a:spcPct val="0"/>
              </a:spcBef>
            </a:pPr>
            <a:endParaRPr lang="en-US" sz="1200" b="1" dirty="0">
              <a:solidFill>
                <a:srgbClr val="000000"/>
              </a:solidFill>
              <a:latin typeface="Poppins"/>
            </a:endParaRPr>
          </a:p>
          <a:p>
            <a:pPr>
              <a:lnSpc>
                <a:spcPts val="1679"/>
              </a:lnSpc>
              <a:spcBef>
                <a:spcPct val="0"/>
              </a:spcBef>
            </a:pPr>
            <a:r>
              <a:rPr lang="en-US" sz="1200" b="1" dirty="0">
                <a:solidFill>
                  <a:srgbClr val="000000"/>
                </a:solidFill>
                <a:latin typeface="Poppins"/>
              </a:rPr>
              <a:t>Yours Sincerely,</a:t>
            </a:r>
          </a:p>
          <a:p>
            <a:pPr>
              <a:lnSpc>
                <a:spcPts val="1679"/>
              </a:lnSpc>
              <a:spcBef>
                <a:spcPct val="0"/>
              </a:spcBef>
            </a:pPr>
            <a:endParaRPr lang="en-US" sz="1200" b="1" dirty="0">
              <a:solidFill>
                <a:srgbClr val="000000"/>
              </a:solidFill>
              <a:latin typeface="Poppins"/>
            </a:endParaRPr>
          </a:p>
          <a:p>
            <a:pPr>
              <a:lnSpc>
                <a:spcPts val="1679"/>
              </a:lnSpc>
              <a:spcBef>
                <a:spcPct val="0"/>
              </a:spcBef>
            </a:pPr>
            <a:endParaRPr lang="en-US" sz="1200" b="1" dirty="0">
              <a:solidFill>
                <a:srgbClr val="000000"/>
              </a:solidFill>
              <a:latin typeface="Poppins"/>
            </a:endParaRPr>
          </a:p>
          <a:p>
            <a:pPr>
              <a:lnSpc>
                <a:spcPts val="1679"/>
              </a:lnSpc>
              <a:spcBef>
                <a:spcPct val="0"/>
              </a:spcBef>
            </a:pPr>
            <a:endParaRPr lang="en-US" sz="1200" b="1" dirty="0">
              <a:solidFill>
                <a:srgbClr val="000000"/>
              </a:solidFill>
              <a:latin typeface="Poppins"/>
            </a:endParaRPr>
          </a:p>
          <a:p>
            <a:pPr>
              <a:lnSpc>
                <a:spcPts val="1679"/>
              </a:lnSpc>
              <a:spcBef>
                <a:spcPct val="0"/>
              </a:spcBef>
            </a:pPr>
            <a:endParaRPr lang="en-US" sz="1200" b="1" dirty="0">
              <a:solidFill>
                <a:srgbClr val="000000"/>
              </a:solidFill>
              <a:latin typeface="Poppins"/>
            </a:endParaRPr>
          </a:p>
          <a:p>
            <a:pPr>
              <a:lnSpc>
                <a:spcPts val="1679"/>
              </a:lnSpc>
              <a:spcBef>
                <a:spcPct val="0"/>
              </a:spcBef>
            </a:pPr>
            <a:endParaRPr lang="en-US" sz="1200" b="1" dirty="0">
              <a:solidFill>
                <a:srgbClr val="000000"/>
              </a:solidFill>
              <a:latin typeface="Poppins"/>
            </a:endParaRPr>
          </a:p>
          <a:p>
            <a:pPr>
              <a:lnSpc>
                <a:spcPts val="1679"/>
              </a:lnSpc>
              <a:spcBef>
                <a:spcPct val="0"/>
              </a:spcBef>
            </a:pPr>
            <a:endParaRPr lang="en-US" sz="1200" b="1" dirty="0">
              <a:solidFill>
                <a:srgbClr val="000000"/>
              </a:solidFill>
              <a:latin typeface="Poppins"/>
            </a:endParaRPr>
          </a:p>
          <a:p>
            <a:pPr>
              <a:lnSpc>
                <a:spcPts val="1679"/>
              </a:lnSpc>
              <a:spcBef>
                <a:spcPct val="0"/>
              </a:spcBef>
            </a:pPr>
            <a:r>
              <a:rPr lang="en-US" sz="1200" b="1" dirty="0">
                <a:solidFill>
                  <a:srgbClr val="000000"/>
                </a:solidFill>
                <a:latin typeface="Poppins"/>
              </a:rPr>
              <a:t>Samkit Shah</a:t>
            </a:r>
          </a:p>
          <a:p>
            <a:pPr>
              <a:lnSpc>
                <a:spcPts val="1679"/>
              </a:lnSpc>
              <a:spcBef>
                <a:spcPct val="0"/>
              </a:spcBef>
            </a:pPr>
            <a:r>
              <a:rPr lang="en-US" sz="1200" b="1" dirty="0">
                <a:solidFill>
                  <a:srgbClr val="000000"/>
                </a:solidFill>
                <a:latin typeface="Poppins"/>
              </a:rPr>
              <a:t>Founder, Concept Simplified</a:t>
            </a:r>
          </a:p>
        </p:txBody>
      </p:sp>
      <p:sp>
        <p:nvSpPr>
          <p:cNvPr id="33" name="Freeform 30">
            <a:extLst>
              <a:ext uri="{FF2B5EF4-FFF2-40B4-BE49-F238E27FC236}">
                <a16:creationId xmlns:a16="http://schemas.microsoft.com/office/drawing/2014/main" id="{F66D33B1-274C-ADE6-9D80-3E3E6D0398F4}"/>
              </a:ext>
            </a:extLst>
          </p:cNvPr>
          <p:cNvSpPr/>
          <p:nvPr/>
        </p:nvSpPr>
        <p:spPr>
          <a:xfrm rot="598068">
            <a:off x="382558" y="7435899"/>
            <a:ext cx="1144029" cy="840680"/>
          </a:xfrm>
          <a:custGeom>
            <a:avLst/>
            <a:gdLst/>
            <a:ahLst/>
            <a:cxnLst/>
            <a:rect l="l" t="t" r="r" b="b"/>
            <a:pathLst>
              <a:path w="1144029" h="840680">
                <a:moveTo>
                  <a:pt x="0" y="0"/>
                </a:moveTo>
                <a:lnTo>
                  <a:pt x="1144029" y="0"/>
                </a:lnTo>
                <a:lnTo>
                  <a:pt x="1144029" y="840680"/>
                </a:lnTo>
                <a:lnTo>
                  <a:pt x="0" y="840680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-364" r="-364" b="-8352"/>
            </a:stretch>
          </a:blipFill>
        </p:spPr>
      </p:sp>
      <p:sp>
        <p:nvSpPr>
          <p:cNvPr id="34" name="Freeform 31">
            <a:extLst>
              <a:ext uri="{FF2B5EF4-FFF2-40B4-BE49-F238E27FC236}">
                <a16:creationId xmlns:a16="http://schemas.microsoft.com/office/drawing/2014/main" id="{B03D5EFB-3185-7E36-F47D-71E9C3383B71}"/>
              </a:ext>
            </a:extLst>
          </p:cNvPr>
          <p:cNvSpPr/>
          <p:nvPr/>
        </p:nvSpPr>
        <p:spPr>
          <a:xfrm>
            <a:off x="1568554" y="7316662"/>
            <a:ext cx="1251714" cy="1115570"/>
          </a:xfrm>
          <a:custGeom>
            <a:avLst/>
            <a:gdLst/>
            <a:ahLst/>
            <a:cxnLst/>
            <a:rect l="l" t="t" r="r" b="b"/>
            <a:pathLst>
              <a:path w="1251714" h="1115570">
                <a:moveTo>
                  <a:pt x="0" y="0"/>
                </a:moveTo>
                <a:lnTo>
                  <a:pt x="1251714" y="0"/>
                </a:lnTo>
                <a:lnTo>
                  <a:pt x="1251714" y="1115570"/>
                </a:lnTo>
                <a:lnTo>
                  <a:pt x="0" y="1115570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165</Words>
  <Application>Microsoft Office PowerPoint</Application>
  <PresentationFormat>Custom</PresentationFormat>
  <Paragraphs>28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Poppins Bold</vt:lpstr>
      <vt:lpstr>Arial</vt:lpstr>
      <vt:lpstr>Calibri</vt:lpstr>
      <vt:lpstr>Poppins</vt:lpstr>
      <vt:lpstr>Poppins Medium Bold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OFFER LETTER</dc:title>
  <cp:lastModifiedBy>Sairam Joshi</cp:lastModifiedBy>
  <cp:revision>9</cp:revision>
  <dcterms:created xsi:type="dcterms:W3CDTF">2006-08-16T00:00:00Z</dcterms:created>
  <dcterms:modified xsi:type="dcterms:W3CDTF">2026-05-30T07:57:11Z</dcterms:modified>
  <dc:identifier>DAGr2fEBhN0</dc:identifier>
</cp:coreProperties>
</file>